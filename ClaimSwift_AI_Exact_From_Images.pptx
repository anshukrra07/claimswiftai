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287500" cy="8039100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jp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jp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jp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jp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jp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jp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803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lide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803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slide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803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slide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803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slide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803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slide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803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slide-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803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slide-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803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/>
          </a:solidFill>
        </a:ln>
        <a:ln w="2540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tint val="63000"/>
                <a:satMod val="120000"/>
                <a:shade val="63000"/>
                <a:lumMod val="105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Widescreen</PresentationFormat>
  <Slides>8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8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ClaimSwift AI Deck</dc:title>
  <dc:creator>Codex</dc:creator>
  <cp:lastModifiedBy>Codex</cp:lastModifiedBy>
  <dcterms:created xsi:type="dcterms:W3CDTF">2026-04-06T17:50:31+00:00</dcterms:created>
  <dcterms:modified xsi:type="dcterms:W3CDTF">2026-04-06T17:50:31+00:00</dcterms:modified>
</cp:coreProperties>
</file>